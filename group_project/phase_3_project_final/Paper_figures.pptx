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85"/>
    <p:restoredTop sz="94737"/>
  </p:normalViewPr>
  <p:slideViewPr>
    <p:cSldViewPr snapToGrid="0">
      <p:cViewPr>
        <p:scale>
          <a:sx n="196" d="100"/>
          <a:sy n="196" d="100"/>
        </p:scale>
        <p:origin x="216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E3AA2-2BF0-0501-7BBB-D9908D062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FD0A5-0FD8-CD1E-3233-6FAF8C3B9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A55E9-7749-BEB2-BEAD-7310DEF4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FAE5-884E-1FD9-9DCD-01F708C3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B7DED-6F97-68C2-B6F2-6977B70F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6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DA86-C63B-9E81-ADEE-774B0969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952AE-9718-90DA-8DCD-241CB369E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BFC99-F0BD-D3B1-3E2E-6F8860A7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001D2-C8DB-4C80-E2A0-61FEDB99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A2B31-AA9B-8491-FA67-D35D6C9D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9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69EB-B03E-3B13-B459-3735C0E70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8CB4C-50A8-522D-F1C3-DD8806D51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81346-D2BE-0E4F-B769-1A322CEC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5A3FD-6D72-968C-3682-CD8AE62B2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E3E28-D018-313A-6731-DBDA6033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4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52BBF-6F03-7BAD-6952-595A4D5C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D9F92-1ABF-DE71-3347-EE60B3320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A84E3-0160-CD22-D748-8571076D4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8CE61-2B9A-9247-9D1B-1DFE4BC0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E3C99-A9DC-75D3-0C12-F396F96F8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13BE0-F7E7-66FF-48B7-B50D5B9A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113F-7388-3DCE-6262-7E3A29A5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2D4C5-AD70-2690-FE4D-6587C681E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C1CF0-A606-DC46-E965-7700ECD47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46FDC-41E2-9968-84C4-F31764658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6D79F-AF00-A31D-A6FC-8CB6D89FA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62AC13-D97A-4332-EE27-9F9504A7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01D60-EE0C-E70F-E282-726F791B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07C84-C382-8D7D-9DF1-0820EE03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75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545A-3223-50FB-4FFA-E96E12483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2C1341-B8DA-A672-D008-FE34AA7DA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C0139-1388-5CAC-D4C8-AE3E9210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F1B805-328D-4153-0504-D5793B8CE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98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A1882-90CF-7CF4-F977-FA2D0B64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2D8F5-7E39-6919-B3DF-C2A32974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11320-D50A-D87C-E5D4-2E97A555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3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E877-BF31-B693-90F0-EE5A6BE3C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32DA3-33BA-EF82-2AF3-1496616A2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CB552-41DA-69F5-1B55-2ED144565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9FE70-8A66-57C7-121C-68E29F87F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F04F1-6F72-B7EE-1F59-38244767B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E65E7-B09C-1C24-6ACC-C697F30B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6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073DC-CB36-F973-C3B5-BAA0CA98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CE13F0-C98F-6B8E-3F48-2195B0006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BCB6B-2BED-952A-9262-0D642A076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20F11-E221-CE7D-858F-C2B75967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FE448-D04B-FC89-6F45-80013104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9F54E-4428-E380-3616-6E36CDEA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4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B37F1-0CDC-0067-0924-5A19CC63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7EA54-5D1F-C30C-BB5C-529356726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A9071-7791-AD52-BA7B-835B31DB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64CF4-E90E-F2FE-1929-B65694DB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55548-8727-E658-706D-29AE30BF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33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7663B6-C850-3CD1-F8B1-9B0AEA7F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B8960-28D7-C14C-52C5-C0ACF917B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1BD8E-5ABD-3EE1-FA0A-A237A0BE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26B06-2E33-A537-9598-D25476D7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D9212-8800-A41F-FEA4-FC1B5FFB0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6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C9DEE0-B035-D980-15F4-5F192DE2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3A017-FB41-AD7B-C18A-115D00063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5EC8D-25BF-ED8D-87BF-634424B38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F98E4-2C49-0C44-A29E-BFB078303E6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5ECC9-9324-F73D-1E8B-4079854C1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74E25-9D8A-F61B-BCE7-195161860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14922-1B18-9B4D-B1E8-280A0F66A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1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2DD00F-C963-B36C-5FF3-E70916BAD152}"/>
              </a:ext>
            </a:extLst>
          </p:cNvPr>
          <p:cNvSpPr/>
          <p:nvPr/>
        </p:nvSpPr>
        <p:spPr>
          <a:xfrm>
            <a:off x="771894" y="1425039"/>
            <a:ext cx="140128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Loading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E9F5E4-E3F1-33D9-F4B5-DF7A7567FE8E}"/>
              </a:ext>
            </a:extLst>
          </p:cNvPr>
          <p:cNvSpPr/>
          <p:nvPr/>
        </p:nvSpPr>
        <p:spPr>
          <a:xfrm>
            <a:off x="2582633" y="1425039"/>
            <a:ext cx="170625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Hyper-parameters </a:t>
            </a:r>
            <a:br>
              <a:rPr lang="en-US" dirty="0"/>
            </a:br>
            <a:r>
              <a:rPr lang="en-US" dirty="0"/>
              <a:t>Grid Search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CFCAE5-A8D0-C9BD-05AE-25706C9688F2}"/>
              </a:ext>
            </a:extLst>
          </p:cNvPr>
          <p:cNvSpPr/>
          <p:nvPr/>
        </p:nvSpPr>
        <p:spPr>
          <a:xfrm>
            <a:off x="4575708" y="1425039"/>
            <a:ext cx="170625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Modeling Building</a:t>
            </a:r>
          </a:p>
          <a:p>
            <a:pPr algn="ctr"/>
            <a:r>
              <a:rPr lang="en-US" dirty="0"/>
              <a:t>MLP w/ Keras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9F9694-D179-7721-4045-4C00F6DB2C7C}"/>
              </a:ext>
            </a:extLst>
          </p:cNvPr>
          <p:cNvSpPr/>
          <p:nvPr/>
        </p:nvSpPr>
        <p:spPr>
          <a:xfrm>
            <a:off x="4575962" y="2888673"/>
            <a:ext cx="170625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 Phase</a:t>
            </a:r>
            <a:br>
              <a:rPr lang="en-US" dirty="0"/>
            </a:br>
            <a:r>
              <a:rPr lang="en-US" dirty="0"/>
              <a:t>(F1, Precision)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7E186DB-286F-89D3-DD72-56D00FA990DA}"/>
              </a:ext>
            </a:extLst>
          </p:cNvPr>
          <p:cNvSpPr/>
          <p:nvPr/>
        </p:nvSpPr>
        <p:spPr>
          <a:xfrm>
            <a:off x="4564087" y="4216730"/>
            <a:ext cx="170625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Best Model Save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15D172-F6EE-297E-A405-797926C5BE41}"/>
              </a:ext>
            </a:extLst>
          </p:cNvPr>
          <p:cNvSpPr/>
          <p:nvPr/>
        </p:nvSpPr>
        <p:spPr>
          <a:xfrm>
            <a:off x="6937171" y="4216730"/>
            <a:ext cx="170625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 check w/ Test Dataset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384807-0DFE-2EBD-3B44-3A64E1E2C21D}"/>
              </a:ext>
            </a:extLst>
          </p:cNvPr>
          <p:cNvSpPr/>
          <p:nvPr/>
        </p:nvSpPr>
        <p:spPr>
          <a:xfrm>
            <a:off x="9013374" y="4216730"/>
            <a:ext cx="170625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Selection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ADE1CA-9E8C-0DAA-18EF-D0224276C04E}"/>
              </a:ext>
            </a:extLst>
          </p:cNvPr>
          <p:cNvCxnSpPr>
            <a:endCxn id="5" idx="1"/>
          </p:cNvCxnSpPr>
          <p:nvPr/>
        </p:nvCxnSpPr>
        <p:spPr>
          <a:xfrm>
            <a:off x="2173183" y="1882239"/>
            <a:ext cx="409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3A0485-A3BB-B13A-52FE-D9C3F14240FF}"/>
              </a:ext>
            </a:extLst>
          </p:cNvPr>
          <p:cNvCxnSpPr>
            <a:endCxn id="6" idx="1"/>
          </p:cNvCxnSpPr>
          <p:nvPr/>
        </p:nvCxnSpPr>
        <p:spPr>
          <a:xfrm>
            <a:off x="4288888" y="1882239"/>
            <a:ext cx="2868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9AF4BC-E9B7-7413-A3F3-5EBDBF19C5E4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428836" y="2339439"/>
            <a:ext cx="254" cy="549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B8A99D-7D8D-7A3C-0DC7-26E24F10D177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5417215" y="3803073"/>
            <a:ext cx="11875" cy="413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328817-03BA-272A-1418-481989EEBFCC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270342" y="4673930"/>
            <a:ext cx="6668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8FAE72-B255-919E-D979-BF03986934C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643426" y="4673930"/>
            <a:ext cx="3699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26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04C3827C-34BC-E4CD-5FE5-3651ECB9E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637" y="-365125"/>
            <a:ext cx="3686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4611BB-DF84-A632-84FA-3681DE7569AD}"/>
              </a:ext>
            </a:extLst>
          </p:cNvPr>
          <p:cNvSpPr/>
          <p:nvPr/>
        </p:nvSpPr>
        <p:spPr>
          <a:xfrm>
            <a:off x="5688701" y="6176963"/>
            <a:ext cx="258945" cy="256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254A9-E266-3121-78E3-943F06E88988}"/>
              </a:ext>
            </a:extLst>
          </p:cNvPr>
          <p:cNvSpPr/>
          <p:nvPr/>
        </p:nvSpPr>
        <p:spPr>
          <a:xfrm>
            <a:off x="6999867" y="-128103"/>
            <a:ext cx="617945" cy="256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34B82D4-9624-BBC4-E130-29A30A3FC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370" y="1014250"/>
            <a:ext cx="38608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6075D4F-4C94-7E13-BCB6-5AED1B150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789" y="1014250"/>
            <a:ext cx="3390900" cy="184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83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964D42E-1AF6-B7DA-CAFC-F045B08BBC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088"/>
          <a:stretch>
            <a:fillRect/>
          </a:stretch>
        </p:blipFill>
        <p:spPr bwMode="auto">
          <a:xfrm>
            <a:off x="888132" y="827454"/>
            <a:ext cx="5519737" cy="1982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292185F4-662C-AB1F-40B2-0C9B8A5EE0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866" r="16974"/>
          <a:stretch>
            <a:fillRect/>
          </a:stretch>
        </p:blipFill>
        <p:spPr bwMode="auto">
          <a:xfrm>
            <a:off x="3238228" y="3519088"/>
            <a:ext cx="4582810" cy="220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FE211A5-83FC-2D50-3AF1-0248779AAE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98" r="21333" b="33793"/>
          <a:stretch>
            <a:fillRect/>
          </a:stretch>
        </p:blipFill>
        <p:spPr bwMode="auto">
          <a:xfrm>
            <a:off x="6487947" y="827454"/>
            <a:ext cx="4342182" cy="259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74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355EF-EF89-7A17-35FE-F2AC7F07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6950A-872B-F863-CD0A-5DCCB0BF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75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31</Words>
  <Application>Microsoft Macintosh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Arguello-Serrano</dc:creator>
  <cp:lastModifiedBy>Rodrigo Arguello-Serrano</cp:lastModifiedBy>
  <cp:revision>2</cp:revision>
  <dcterms:created xsi:type="dcterms:W3CDTF">2025-07-25T01:49:16Z</dcterms:created>
  <dcterms:modified xsi:type="dcterms:W3CDTF">2025-07-25T03:33:21Z</dcterms:modified>
</cp:coreProperties>
</file>