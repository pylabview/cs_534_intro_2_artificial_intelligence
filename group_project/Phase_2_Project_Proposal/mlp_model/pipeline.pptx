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9403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385275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5119688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9464755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76957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4267805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3874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854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418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15398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260957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325311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302346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91836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5746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73627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44851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975685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67458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38249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79873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2244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41773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106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9258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87575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4911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85258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571629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25588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21452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52011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454030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14129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414785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099630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6208981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772973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2195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989195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5516283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252401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63214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4265656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074263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9671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889768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65550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25527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3183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24898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16087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48151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728952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092015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5582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67240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897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654983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14994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905210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10511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27124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600945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38875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62011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77349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36577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13269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431094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035870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83813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452293" name=""/>
          <p:cNvSpPr/>
          <p:nvPr/>
        </p:nvSpPr>
        <p:spPr bwMode="auto">
          <a:xfrm rot="0" flipH="0" flipV="0">
            <a:off x="4175148" y="1190624"/>
            <a:ext cx="2127249" cy="1238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7410486" name=""/>
          <p:cNvSpPr/>
          <p:nvPr/>
        </p:nvSpPr>
        <p:spPr bwMode="auto">
          <a:xfrm rot="0" flipH="0" flipV="0">
            <a:off x="7241008" y="1190625"/>
            <a:ext cx="2127249" cy="1238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2210553" name=""/>
          <p:cNvSpPr/>
          <p:nvPr/>
        </p:nvSpPr>
        <p:spPr bwMode="auto">
          <a:xfrm rot="0" flipH="0" flipV="0">
            <a:off x="7354670" y="2964845"/>
            <a:ext cx="2127249" cy="1238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443630" name=""/>
          <p:cNvSpPr/>
          <p:nvPr/>
        </p:nvSpPr>
        <p:spPr bwMode="auto">
          <a:xfrm rot="0" flipH="0" flipV="0">
            <a:off x="7296409" y="4728632"/>
            <a:ext cx="2457109" cy="1238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3301250" name=""/>
          <p:cNvSpPr/>
          <p:nvPr/>
        </p:nvSpPr>
        <p:spPr bwMode="auto">
          <a:xfrm rot="0" flipH="0" flipV="0">
            <a:off x="1069999" y="1190624"/>
            <a:ext cx="2127249" cy="1238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363696" name=""/>
          <p:cNvSpPr txBox="1"/>
          <p:nvPr/>
        </p:nvSpPr>
        <p:spPr bwMode="auto">
          <a:xfrm rot="0" flipH="0" flipV="0">
            <a:off x="1450999" y="1626689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65111531" name=""/>
          <p:cNvSpPr txBox="1"/>
          <p:nvPr/>
        </p:nvSpPr>
        <p:spPr bwMode="auto">
          <a:xfrm rot="0" flipH="0" flipV="0">
            <a:off x="1207583" y="1352369"/>
            <a:ext cx="1759120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Loading </a:t>
            </a:r>
            <a:br>
              <a:rPr/>
            </a:b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CSV Load, X/y)</a:t>
            </a:r>
            <a:endParaRPr/>
          </a:p>
        </p:txBody>
      </p:sp>
      <p:sp>
        <p:nvSpPr>
          <p:cNvPr id="932641113" name=""/>
          <p:cNvSpPr txBox="1"/>
          <p:nvPr/>
        </p:nvSpPr>
        <p:spPr bwMode="auto">
          <a:xfrm rot="0" flipH="0" flipV="0">
            <a:off x="4228066" y="1352368"/>
            <a:ext cx="1975331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Hyper-parameter</a:t>
            </a:r>
            <a:br>
              <a:rPr/>
            </a:b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Grid Search Loop</a:t>
            </a:r>
            <a:endParaRPr/>
          </a:p>
        </p:txBody>
      </p:sp>
      <p:sp>
        <p:nvSpPr>
          <p:cNvPr id="357095413" name=""/>
          <p:cNvSpPr txBox="1"/>
          <p:nvPr/>
        </p:nvSpPr>
        <p:spPr bwMode="auto">
          <a:xfrm rot="0" flipH="0" flipV="0">
            <a:off x="7436879" y="3263750"/>
            <a:ext cx="1962831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Evaluation Phase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br>
              <a:rPr/>
            </a:b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(F1, Precision)</a:t>
            </a:r>
            <a:endParaRPr/>
          </a:p>
        </p:txBody>
      </p:sp>
      <p:sp>
        <p:nvSpPr>
          <p:cNvPr id="212602491" name=""/>
          <p:cNvSpPr txBox="1"/>
          <p:nvPr/>
        </p:nvSpPr>
        <p:spPr bwMode="auto">
          <a:xfrm rot="0" flipH="0" flipV="0">
            <a:off x="7315844" y="4884810"/>
            <a:ext cx="2418238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Best Model Save  </a:t>
            </a:r>
            <a:br>
              <a:rPr/>
            </a:b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('best_mlp_model.h5')</a:t>
            </a:r>
            <a:endParaRPr/>
          </a:p>
        </p:txBody>
      </p:sp>
      <p:sp>
        <p:nvSpPr>
          <p:cNvPr id="736254589" name=""/>
          <p:cNvSpPr txBox="1"/>
          <p:nvPr/>
        </p:nvSpPr>
        <p:spPr bwMode="auto">
          <a:xfrm rot="0" flipH="0" flipV="0">
            <a:off x="7393541" y="1352369"/>
            <a:ext cx="1822184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Model Building </a:t>
            </a:r>
            <a:br>
              <a:rPr/>
            </a:b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(MLP w/ Keras) </a:t>
            </a:r>
            <a:endParaRPr/>
          </a:p>
        </p:txBody>
      </p:sp>
      <p:cxnSp>
        <p:nvCxnSpPr>
          <p:cNvPr id="487997636" name=""/>
          <p:cNvCxnSpPr/>
          <p:nvPr/>
        </p:nvCxnSpPr>
        <p:spPr bwMode="auto">
          <a:xfrm rot="0" flipH="0" flipV="1">
            <a:off x="3197249" y="1841922"/>
            <a:ext cx="914398" cy="21167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5631417" name=""/>
          <p:cNvCxnSpPr/>
          <p:nvPr/>
        </p:nvCxnSpPr>
        <p:spPr bwMode="auto">
          <a:xfrm rot="0" flipH="0" flipV="1">
            <a:off x="6302398" y="1863090"/>
            <a:ext cx="79841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140529" name=""/>
          <p:cNvCxnSpPr/>
          <p:nvPr/>
        </p:nvCxnSpPr>
        <p:spPr bwMode="auto">
          <a:xfrm flipH="1" flipV="0">
            <a:off x="8266666" y="2487083"/>
            <a:ext cx="0" cy="349249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4020856" name=""/>
          <p:cNvCxnSpPr/>
          <p:nvPr/>
        </p:nvCxnSpPr>
        <p:spPr bwMode="auto">
          <a:xfrm flipH="1" flipV="0">
            <a:off x="8330166" y="4296833"/>
            <a:ext cx="0" cy="317499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2025-07-12T05:16:59Z</dcterms:modified>
</cp:coreProperties>
</file>